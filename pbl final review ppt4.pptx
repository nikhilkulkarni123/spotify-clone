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5"/>
  </p:notesMasterIdLst>
  <p:sldIdLst>
    <p:sldId id="256" r:id="rId2"/>
    <p:sldId id="339" r:id="rId3"/>
    <p:sldId id="328" r:id="rId4"/>
    <p:sldId id="331" r:id="rId5"/>
    <p:sldId id="332" r:id="rId6"/>
    <p:sldId id="340" r:id="rId7"/>
    <p:sldId id="333" r:id="rId8"/>
    <p:sldId id="341" r:id="rId9"/>
    <p:sldId id="342" r:id="rId10"/>
    <p:sldId id="343" r:id="rId11"/>
    <p:sldId id="346" r:id="rId12"/>
    <p:sldId id="344" r:id="rId13"/>
    <p:sldId id="345" r:id="rId14"/>
  </p:sldIdLst>
  <p:sldSz cx="9144000" cy="5143500" type="screen16x9"/>
  <p:notesSz cx="6858000" cy="9144000"/>
  <p:embeddedFontLst>
    <p:embeddedFont>
      <p:font typeface="Bodoni" panose="020B0604020202020204" charset="0"/>
      <p:regular r:id="rId16"/>
      <p:bold r:id="rId17"/>
      <p:italic r:id="rId18"/>
      <p:boldItalic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Play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52" y="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865b9e68b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2f865b9e68b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GM University </a:t>
            </a:r>
            <a:endParaRPr/>
          </a:p>
        </p:txBody>
      </p:sp>
      <p:sp>
        <p:nvSpPr>
          <p:cNvPr id="128" name="Google Shape;128;g2f865b9e68b_1_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3" r:id="rId3"/>
    <p:sldLayoutId id="2147483666" r:id="rId4"/>
    <p:sldLayoutId id="2147483667" r:id="rId5"/>
    <p:sldLayoutId id="2147483668" r:id="rId6"/>
    <p:sldLayoutId id="214748366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1569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/>
          <p:nvPr/>
        </p:nvSpPr>
        <p:spPr>
          <a:xfrm>
            <a:off x="0" y="3238"/>
            <a:ext cx="9144000" cy="841773"/>
          </a:xfrm>
          <a:prstGeom prst="rect">
            <a:avLst/>
          </a:prstGeom>
          <a:solidFill>
            <a:srgbClr val="5B1F1F"/>
          </a:solidFill>
          <a:ln w="19050" cap="flat" cmpd="sng">
            <a:solidFill>
              <a:srgbClr val="7F340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2594610" y="-9584"/>
            <a:ext cx="3351847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0" i="0" u="none" strike="noStrike" cap="none">
                <a:solidFill>
                  <a:srgbClr val="CA9749"/>
                </a:solidFill>
                <a:latin typeface="Bodoni"/>
                <a:ea typeface="Bodoni"/>
                <a:cs typeface="Bodoni"/>
                <a:sym typeface="Bodoni"/>
              </a:rPr>
              <a:t>GM University </a:t>
            </a:r>
            <a:endParaRPr sz="1100" dirty="0"/>
          </a:p>
        </p:txBody>
      </p:sp>
      <p:sp>
        <p:nvSpPr>
          <p:cNvPr id="135" name="Google Shape;135;p25"/>
          <p:cNvSpPr txBox="1"/>
          <p:nvPr/>
        </p:nvSpPr>
        <p:spPr>
          <a:xfrm>
            <a:off x="4055507" y="424124"/>
            <a:ext cx="1722358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0" i="0" u="none" strike="noStrike" cap="none">
                <a:solidFill>
                  <a:srgbClr val="CA9749"/>
                </a:solidFill>
                <a:latin typeface="Bodoni"/>
                <a:ea typeface="Bodoni"/>
                <a:cs typeface="Bodoni"/>
                <a:sym typeface="Bodoni"/>
              </a:rPr>
              <a:t>Davanagere</a:t>
            </a:r>
            <a:endParaRPr sz="2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25" descr="A logo of a tree and book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10980" t="14981" r="10063" b="14301"/>
          <a:stretch/>
        </p:blipFill>
        <p:spPr>
          <a:xfrm>
            <a:off x="8056821" y="-9584"/>
            <a:ext cx="917058" cy="82136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/>
          <p:nvPr/>
        </p:nvSpPr>
        <p:spPr>
          <a:xfrm rot="10800000">
            <a:off x="0" y="4719375"/>
            <a:ext cx="9144000" cy="449842"/>
          </a:xfrm>
          <a:prstGeom prst="rect">
            <a:avLst/>
          </a:prstGeom>
          <a:solidFill>
            <a:srgbClr val="632523"/>
          </a:solidFill>
          <a:ln w="19050" cap="flat" cmpd="sng">
            <a:solidFill>
              <a:srgbClr val="7F340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5"/>
          <p:cNvSpPr txBox="1">
            <a:spLocks noGrp="1"/>
          </p:cNvSpPr>
          <p:nvPr>
            <p:ph type="dt" idx="10"/>
          </p:nvPr>
        </p:nvSpPr>
        <p:spPr>
          <a:xfrm>
            <a:off x="0" y="4807374"/>
            <a:ext cx="9144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rgbClr val="F2A9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F2A982"/>
                </a:solidFill>
                <a:latin typeface="Play"/>
                <a:ea typeface="Play"/>
                <a:cs typeface="Play"/>
                <a:sym typeface="Play"/>
              </a:rPr>
              <a:t>                      Students of Engineering and Technology                                     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D0B304-13F7-347F-C57F-BE2393742416}"/>
              </a:ext>
            </a:extLst>
          </p:cNvPr>
          <p:cNvSpPr txBox="1"/>
          <p:nvPr/>
        </p:nvSpPr>
        <p:spPr>
          <a:xfrm>
            <a:off x="6841637" y="2977958"/>
            <a:ext cx="2472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/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           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D98B01-9D4C-4D38-478C-2008D1098A13}"/>
              </a:ext>
            </a:extLst>
          </p:cNvPr>
          <p:cNvSpPr txBox="1"/>
          <p:nvPr/>
        </p:nvSpPr>
        <p:spPr>
          <a:xfrm>
            <a:off x="2489795" y="2856792"/>
            <a:ext cx="5072634" cy="1639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marR="336550">
              <a:lnSpc>
                <a:spcPct val="107000"/>
              </a:lnSpc>
              <a:spcAft>
                <a:spcPts val="800"/>
              </a:spcAft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</a:rPr>
              <a:t>Nikhil GK                              U24E01CS090</a:t>
            </a:r>
          </a:p>
          <a:p>
            <a:pPr marL="914400" marR="336550">
              <a:lnSpc>
                <a:spcPct val="107000"/>
              </a:lnSpc>
              <a:spcAft>
                <a:spcPts val="800"/>
              </a:spcAft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</a:rPr>
              <a:t>Nikhil KP                               U24E01CS091</a:t>
            </a:r>
          </a:p>
          <a:p>
            <a:pPr marL="914400" marR="336550">
              <a:lnSpc>
                <a:spcPct val="107000"/>
              </a:lnSpc>
              <a:spcAft>
                <a:spcPts val="800"/>
              </a:spcAft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</a:rPr>
              <a:t>Pavan KM                              U24E01CS098</a:t>
            </a:r>
          </a:p>
          <a:p>
            <a:pPr marL="914400" marR="336550">
              <a:lnSpc>
                <a:spcPct val="107000"/>
              </a:lnSpc>
              <a:spcAft>
                <a:spcPts val="800"/>
              </a:spcAft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</a:rPr>
              <a:t>Ramya MK                            U24E01CS117</a:t>
            </a:r>
          </a:p>
          <a:p>
            <a:pPr marL="914400" marR="336550">
              <a:lnSpc>
                <a:spcPct val="107000"/>
              </a:lnSpc>
              <a:spcAft>
                <a:spcPts val="800"/>
              </a:spcAft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</a:rPr>
              <a:t>Meghana UN                         U24E01CS075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909006-AB65-AE36-8DA0-84C628C0A081}"/>
              </a:ext>
            </a:extLst>
          </p:cNvPr>
          <p:cNvSpPr txBox="1"/>
          <p:nvPr/>
        </p:nvSpPr>
        <p:spPr>
          <a:xfrm>
            <a:off x="3156966" y="2423960"/>
            <a:ext cx="33290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  BY </a:t>
            </a:r>
            <a:r>
              <a:rPr lang="en-US" dirty="0"/>
              <a:t>:                     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4261D1-F2A8-7BA0-FDEC-13A8032B7744}"/>
              </a:ext>
            </a:extLst>
          </p:cNvPr>
          <p:cNvSpPr txBox="1"/>
          <p:nvPr/>
        </p:nvSpPr>
        <p:spPr>
          <a:xfrm>
            <a:off x="3220571" y="966178"/>
            <a:ext cx="59234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PBL REVIEW – 3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Topic: EMION BASED MUSIC           RECOMMENDATION SYSTEM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semester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-CSE  (B section)  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70A92-F55D-4258-9274-078425B2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639" y="273845"/>
            <a:ext cx="7886700" cy="99417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                                                                                     </a:t>
            </a:r>
            <a:r>
              <a:rPr lang="en-US" dirty="0"/>
              <a:t>Project Overview</a:t>
            </a:r>
            <a:br>
              <a:rPr lang="en-IN" b="1" dirty="0"/>
            </a:br>
            <a:br>
              <a:rPr lang="en-IN" b="1" dirty="0"/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15CC7-7703-4CCE-99DD-E73591CEA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639" y="1461751"/>
            <a:ext cx="8051711" cy="317097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AI-based application that recommends music according to user emotions</a:t>
            </a:r>
          </a:p>
          <a:p>
            <a:r>
              <a:rPr lang="en-US" dirty="0"/>
              <a:t>Uses webcam to capture facial expressions</a:t>
            </a:r>
          </a:p>
          <a:p>
            <a:r>
              <a:rPr lang="en-US" dirty="0"/>
              <a:t>Detects emotions using deep learning model</a:t>
            </a:r>
          </a:p>
          <a:p>
            <a:r>
              <a:rPr lang="en-US" dirty="0"/>
              <a:t>Recommends suitable songs and playlists</a:t>
            </a:r>
          </a:p>
          <a:p>
            <a:r>
              <a:rPr lang="en-US" dirty="0"/>
              <a:t>Supports Spotify integration and local audio playback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404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2280C-3DC0-4117-8A29-000C08689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42848"/>
            <a:ext cx="7886700" cy="994172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355BA0-6452-4AE8-BA11-81EC6B983A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7062" y="1968983"/>
            <a:ext cx="6460166" cy="2347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dirty="0"/>
              <a:t>React-based frontend for user interaction </a:t>
            </a:r>
          </a:p>
          <a:p>
            <a:r>
              <a:rPr lang="en-IN" sz="1800" dirty="0"/>
              <a:t>Flask backend for emotion analysis </a:t>
            </a:r>
          </a:p>
          <a:p>
            <a:r>
              <a:rPr lang="en-IN" sz="1800" dirty="0"/>
              <a:t>TensorFlow </a:t>
            </a:r>
            <a:r>
              <a:rPr lang="en-IN" sz="1800" dirty="0" err="1"/>
              <a:t>mini_XCEPTION</a:t>
            </a:r>
            <a:r>
              <a:rPr lang="en-IN" sz="1800" dirty="0"/>
              <a:t> CNN model for emotion classification </a:t>
            </a:r>
          </a:p>
          <a:p>
            <a:r>
              <a:rPr lang="en-IN" sz="1800" dirty="0"/>
              <a:t>Spotify Web API and SDK for music playback </a:t>
            </a:r>
          </a:p>
          <a:p>
            <a:r>
              <a:rPr lang="en-IN" sz="1800" dirty="0"/>
              <a:t>Node.js server for API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120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DCD05-4167-404E-A56F-286B5BAEB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99417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mplemented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76700-BBFF-47D3-BDD9-5D0621177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7139" y="994172"/>
            <a:ext cx="7886700" cy="370139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Frontend Module</a:t>
            </a:r>
          </a:p>
          <a:p>
            <a:r>
              <a:rPr lang="en-US" dirty="0"/>
              <a:t>User interface and navigation </a:t>
            </a:r>
          </a:p>
          <a:p>
            <a:r>
              <a:rPr lang="en-US" dirty="0"/>
              <a:t>Mood capture through webcam </a:t>
            </a:r>
          </a:p>
          <a:p>
            <a:r>
              <a:rPr lang="en-US" dirty="0"/>
              <a:t>Music player and search functionality </a:t>
            </a:r>
          </a:p>
          <a:p>
            <a:r>
              <a:rPr lang="en-US" b="1" dirty="0"/>
              <a:t>Backend Module</a:t>
            </a:r>
          </a:p>
          <a:p>
            <a:r>
              <a:rPr lang="en-US" dirty="0"/>
              <a:t>Image processing </a:t>
            </a:r>
          </a:p>
          <a:p>
            <a:r>
              <a:rPr lang="en-US" dirty="0"/>
              <a:t>Face detection </a:t>
            </a:r>
          </a:p>
          <a:p>
            <a:r>
              <a:rPr lang="en-US" dirty="0"/>
              <a:t>Emotion prediction </a:t>
            </a:r>
          </a:p>
          <a:p>
            <a:r>
              <a:rPr lang="en-US" b="1" dirty="0"/>
              <a:t>Music Recommendation Module</a:t>
            </a:r>
          </a:p>
          <a:p>
            <a:r>
              <a:rPr lang="en-US" dirty="0"/>
              <a:t>Maps detected emotions to music genres </a:t>
            </a:r>
          </a:p>
          <a:p>
            <a:r>
              <a:rPr lang="en-US" dirty="0"/>
              <a:t>Retrieves songs using Spotify or local database</a:t>
            </a:r>
          </a:p>
          <a:p>
            <a:pPr marL="1397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6611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6562A-DB82-4DB5-A401-92B3B29D5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Execution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3DD5B-27A7-48BF-9875-69435594E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User opens the </a:t>
            </a:r>
            <a:r>
              <a:rPr lang="en-US" dirty="0" err="1"/>
              <a:t>Moodify</a:t>
            </a:r>
            <a:r>
              <a:rPr lang="en-US" dirty="0"/>
              <a:t> application </a:t>
            </a:r>
          </a:p>
          <a:p>
            <a:r>
              <a:rPr lang="en-US" dirty="0"/>
              <a:t>Webcam captures facial image </a:t>
            </a:r>
          </a:p>
          <a:p>
            <a:r>
              <a:rPr lang="en-US" dirty="0"/>
              <a:t>Image is sent to Flask server </a:t>
            </a:r>
          </a:p>
          <a:p>
            <a:r>
              <a:rPr lang="en-US" dirty="0"/>
              <a:t>Face detection and preprocessing are performed </a:t>
            </a:r>
          </a:p>
          <a:p>
            <a:r>
              <a:rPr lang="en-US" dirty="0"/>
              <a:t>CNN model predicts emotion </a:t>
            </a:r>
          </a:p>
          <a:p>
            <a:r>
              <a:rPr lang="en-US" dirty="0"/>
              <a:t>Emotion is mapped to suitable music </a:t>
            </a:r>
          </a:p>
          <a:p>
            <a:r>
              <a:rPr lang="en-US" dirty="0"/>
              <a:t>Recommended songs are played </a:t>
            </a:r>
          </a:p>
          <a:p>
            <a:pPr marL="1397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4450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0077E-D0C8-4B1C-810B-D223F8A4B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Framework</a:t>
            </a:r>
            <a:br>
              <a:rPr lang="en-IN" b="1" dirty="0"/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C780984-5EA5-47D8-AD7B-C0E9A019F0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90392" y="1118776"/>
            <a:ext cx="3742123" cy="2378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Frontend functionality testing </a:t>
            </a:r>
          </a:p>
          <a:p>
            <a:r>
              <a:rPr lang="en-US" sz="1800" dirty="0"/>
              <a:t>Backend API testing </a:t>
            </a:r>
          </a:p>
          <a:p>
            <a:r>
              <a:rPr lang="en-US" sz="1800" dirty="0"/>
              <a:t>Emotion detection testing </a:t>
            </a:r>
          </a:p>
          <a:p>
            <a:r>
              <a:rPr lang="en-US" sz="1800" dirty="0"/>
              <a:t>Spotify integration testing </a:t>
            </a:r>
          </a:p>
          <a:p>
            <a:r>
              <a:rPr lang="en-US" sz="1800" dirty="0"/>
              <a:t>User interface and playback testing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542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A0EB2-4B07-4D2F-909B-442EA205E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  <a:br>
              <a:rPr lang="en-IN" sz="3600" b="1" dirty="0"/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526434-60E3-4656-AFCB-630AF98A78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682662"/>
            <a:ext cx="8214108" cy="2636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39700" indent="0">
              <a:buNone/>
            </a:pPr>
            <a:r>
              <a:rPr lang="en-IN" sz="2400" dirty="0"/>
              <a:t>Model trained on FER-2013 dataset </a:t>
            </a:r>
          </a:p>
          <a:p>
            <a:r>
              <a:rPr lang="en-IN" sz="2400" dirty="0" err="1"/>
              <a:t>mini_XCEPTION</a:t>
            </a:r>
            <a:r>
              <a:rPr lang="en-IN" sz="2400" dirty="0"/>
              <a:t> model used for emotion recognition </a:t>
            </a:r>
          </a:p>
          <a:p>
            <a:r>
              <a:rPr lang="en-IN" sz="2400" dirty="0"/>
              <a:t>Achieved approximately 66% validation accuracy </a:t>
            </a:r>
          </a:p>
          <a:p>
            <a:r>
              <a:rPr lang="en-IN" sz="2400" dirty="0"/>
              <a:t>CLAHE </a:t>
            </a:r>
            <a:r>
              <a:rPr lang="en-IN" sz="2400" dirty="0" err="1"/>
              <a:t>preprocessing</a:t>
            </a:r>
            <a:r>
              <a:rPr lang="en-IN" sz="2400" dirty="0"/>
              <a:t> improves image quality </a:t>
            </a:r>
          </a:p>
          <a:p>
            <a:r>
              <a:rPr lang="en-IN" sz="2400" dirty="0"/>
              <a:t>Multiple </a:t>
            </a:r>
            <a:r>
              <a:rPr lang="en-IN" sz="2400" dirty="0" err="1"/>
              <a:t>Haar</a:t>
            </a:r>
            <a:r>
              <a:rPr lang="en-IN" sz="2400" dirty="0"/>
              <a:t> Cascade methods improve face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204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2540E-6547-4C61-93F9-721B71312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outcomes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E2FA9-A693-4748-933D-651BE3BCD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Successfully recognizes 7 emotions: </a:t>
            </a:r>
          </a:p>
          <a:p>
            <a:pPr lvl="1"/>
            <a:r>
              <a:rPr lang="en-US" dirty="0"/>
              <a:t>Happy </a:t>
            </a:r>
          </a:p>
          <a:p>
            <a:pPr lvl="1"/>
            <a:r>
              <a:rPr lang="en-US" dirty="0"/>
              <a:t>Sad </a:t>
            </a:r>
          </a:p>
          <a:p>
            <a:pPr lvl="1"/>
            <a:r>
              <a:rPr lang="en-US" dirty="0"/>
              <a:t>Neutral </a:t>
            </a:r>
          </a:p>
          <a:p>
            <a:pPr lvl="1"/>
            <a:r>
              <a:rPr lang="en-US" dirty="0"/>
              <a:t>Angry </a:t>
            </a:r>
          </a:p>
          <a:p>
            <a:pPr lvl="1"/>
            <a:r>
              <a:rPr lang="en-US" dirty="0"/>
              <a:t>Fear </a:t>
            </a:r>
          </a:p>
          <a:p>
            <a:pPr lvl="1"/>
            <a:r>
              <a:rPr lang="en-US" dirty="0"/>
              <a:t>Surprise </a:t>
            </a:r>
          </a:p>
          <a:p>
            <a:pPr lvl="1"/>
            <a:r>
              <a:rPr lang="en-US" dirty="0"/>
              <a:t>Disgust </a:t>
            </a:r>
          </a:p>
          <a:p>
            <a:r>
              <a:rPr lang="en-US" dirty="0"/>
              <a:t>Provides personalized music recommendations </a:t>
            </a:r>
          </a:p>
          <a:p>
            <a:r>
              <a:rPr lang="en-US" dirty="0"/>
              <a:t>Offers smooth music playback experience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7156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E6F9D-3346-4519-BDA2-877582EBE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EC751-4983-4F1F-8631-167773AAA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134532"/>
            <a:ext cx="7886700" cy="3735123"/>
          </a:xfrm>
        </p:spPr>
        <p:txBody>
          <a:bodyPr>
            <a:normAutofit/>
          </a:bodyPr>
          <a:lstStyle/>
          <a:p>
            <a:pPr marL="139700" indent="0">
              <a:buNone/>
            </a:pPr>
            <a:endParaRPr lang="en-US" sz="1600" b="1" dirty="0"/>
          </a:p>
          <a:p>
            <a:r>
              <a:rPr lang="en-US" sz="1600" dirty="0"/>
              <a:t>Launch </a:t>
            </a:r>
            <a:r>
              <a:rPr lang="en-US" sz="1600" dirty="0" err="1"/>
              <a:t>Moodify</a:t>
            </a:r>
            <a:r>
              <a:rPr lang="en-US" sz="1600" dirty="0"/>
              <a:t> application </a:t>
            </a:r>
          </a:p>
          <a:p>
            <a:r>
              <a:rPr lang="en-US" sz="1600" dirty="0"/>
              <a:t>Capture user facial expression </a:t>
            </a:r>
          </a:p>
          <a:p>
            <a:r>
              <a:rPr lang="en-US" sz="1600" dirty="0"/>
              <a:t>Display detected emotion with confidence score </a:t>
            </a:r>
          </a:p>
          <a:p>
            <a:r>
              <a:rPr lang="en-US" sz="1600" dirty="0"/>
              <a:t>Generate mood-based playlist </a:t>
            </a:r>
          </a:p>
          <a:p>
            <a:r>
              <a:rPr lang="en-US" sz="1600" dirty="0"/>
              <a:t>Play music through Spotify or local player </a:t>
            </a:r>
          </a:p>
          <a:p>
            <a:pPr marL="139700" indent="0">
              <a:buNone/>
            </a:pPr>
            <a:endParaRPr lang="en-US" sz="1600" dirty="0"/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974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12F45-61D7-41AE-9744-A201723B9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roject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Significance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73C151-642F-450F-B8B9-A6E537386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Combines AI, Machine Learning, and Web Technologies </a:t>
            </a:r>
          </a:p>
          <a:p>
            <a:r>
              <a:rPr lang="en-US" dirty="0"/>
              <a:t>Provides personalized entertainment experience </a:t>
            </a:r>
          </a:p>
          <a:p>
            <a:r>
              <a:rPr lang="en-US" dirty="0"/>
              <a:t>Demonstrates practical use of emotion-aware computing </a:t>
            </a:r>
          </a:p>
          <a:p>
            <a:r>
              <a:rPr lang="en-US" dirty="0"/>
              <a:t>Improves user engagement with intelligent 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2771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861F8-D143-429F-BB1F-51DD7062B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limitations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2DF6C-46FC-447C-8504-043D204E9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9714E-86A9-4A88-84A2-8AD5567430C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dirty="0"/>
              <a:t>limitations</a:t>
            </a:r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4D09AEA-291D-4E30-8865-8CAB70DD53FF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629842" y="2244864"/>
            <a:ext cx="377942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in detecting emotions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 poor lighting.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different facial expressions and angles.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Maintaining smooth real-time performance.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8CE9F4D-BC46-4719-A158-B0E98CBCD1E4}"/>
              </a:ext>
            </a:extLst>
          </p:cNvPr>
          <p:cNvSpPr>
            <a:spLocks noGrp="1" noChangeArrowheads="1"/>
          </p:cNvSpPr>
          <p:nvPr>
            <p:ph type="body" idx="4"/>
          </p:nvPr>
        </p:nvSpPr>
        <p:spPr bwMode="auto">
          <a:xfrm>
            <a:off x="4629151" y="2244865"/>
            <a:ext cx="388500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Facial expressions may not always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indicate true emotions.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accuracy is limited by the training dataset.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internet and Spotify authentication for full features </a:t>
            </a:r>
          </a:p>
        </p:txBody>
      </p:sp>
    </p:spTree>
    <p:extLst>
      <p:ext uri="{BB962C8B-B14F-4D97-AF65-F5344CB8AC3E}">
        <p14:creationId xmlns:p14="http://schemas.microsoft.com/office/powerpoint/2010/main" val="502464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0AB22-27A3-40D8-AE9D-691C3F7AF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70F5D-0904-4451-AA6E-DE2AF6671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advanced deep learning models for better accuracy </a:t>
            </a:r>
          </a:p>
          <a:p>
            <a:r>
              <a:rPr lang="en-US" dirty="0"/>
              <a:t>Implement real-time continuous emotion tracking </a:t>
            </a:r>
          </a:p>
          <a:p>
            <a:r>
              <a:rPr lang="en-US" dirty="0"/>
              <a:t>Add personalized recommendations using listening history </a:t>
            </a:r>
          </a:p>
          <a:p>
            <a:r>
              <a:rPr lang="en-US" dirty="0"/>
              <a:t>Support multiple music streaming platforms </a:t>
            </a:r>
          </a:p>
          <a:p>
            <a:r>
              <a:rPr lang="en-US" dirty="0"/>
              <a:t>Improve user interface and system performance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5129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7F92D-ACEE-41F8-B7DD-F3AB9381B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5B866-8221-45F1-9D2C-CE62A43F7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Moodify</a:t>
            </a:r>
            <a:r>
              <a:rPr lang="en-US" dirty="0"/>
              <a:t> successfully combines facial emotion recognition with music recommendation </a:t>
            </a:r>
          </a:p>
          <a:p>
            <a:r>
              <a:rPr lang="en-US" dirty="0"/>
              <a:t>Uses AI and deep learning to understand user mood </a:t>
            </a:r>
          </a:p>
          <a:p>
            <a:r>
              <a:rPr lang="en-US" dirty="0"/>
              <a:t>Provides an interactive and personalized music experience </a:t>
            </a:r>
          </a:p>
          <a:p>
            <a:r>
              <a:rPr lang="en-US" dirty="0"/>
              <a:t>Shows the potential of intelligent emotion-based applications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6828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1335</TotalTime>
  <Words>455</Words>
  <Application>Microsoft Office PowerPoint</Application>
  <PresentationFormat>On-screen Show (16:9)</PresentationFormat>
  <Paragraphs>109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Times New Roman</vt:lpstr>
      <vt:lpstr>Arial</vt:lpstr>
      <vt:lpstr>Play</vt:lpstr>
      <vt:lpstr>Calibri</vt:lpstr>
      <vt:lpstr>Bodoni</vt:lpstr>
      <vt:lpstr>Office Theme</vt:lpstr>
      <vt:lpstr>PowerPoint Presentation</vt:lpstr>
      <vt:lpstr>                                                                                     Project Overview  </vt:lpstr>
      <vt:lpstr>System Architecture</vt:lpstr>
      <vt:lpstr>Implemented Module</vt:lpstr>
      <vt:lpstr>Module Execution</vt:lpstr>
      <vt:lpstr>Testing Framework </vt:lpstr>
      <vt:lpstr>Performance Evaluation </vt:lpstr>
      <vt:lpstr>Results and outcomes</vt:lpstr>
      <vt:lpstr>System Demonstration</vt:lpstr>
      <vt:lpstr>Project Significance</vt:lpstr>
      <vt:lpstr>Challenges and limitations</vt:lpstr>
      <vt:lpstr>Future Enhancements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Sagar</dc:creator>
  <cp:lastModifiedBy>ramya mk</cp:lastModifiedBy>
  <cp:revision>47</cp:revision>
  <dcterms:modified xsi:type="dcterms:W3CDTF">2026-06-22T12:07:09Z</dcterms:modified>
</cp:coreProperties>
</file>